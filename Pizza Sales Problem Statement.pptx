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Lato Black"/>
      <p:bold r:id="rId8"/>
      <p:boldItalic r:id="rId9"/>
    </p:embeddedFont>
    <p:embeddedFont>
      <p:font typeface="Century Gothic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KHPdpXFKzSDwc/SVG//PlLnZ2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bold.fntdata"/><Relationship Id="rId10" Type="http://schemas.openxmlformats.org/officeDocument/2006/relationships/font" Target="fonts/CenturyGothic-regular.fntdata"/><Relationship Id="rId13" Type="http://schemas.openxmlformats.org/officeDocument/2006/relationships/font" Target="fonts/CenturyGothic-boldItalic.fntdata"/><Relationship Id="rId12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Black-boldItalic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Lato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 amt="93000"/>
          </a:blip>
          <a:srcRect b="0" l="0" r="0" t="0"/>
          <a:stretch/>
        </p:blipFill>
        <p:spPr>
          <a:xfrm>
            <a:off x="-1" y="0"/>
            <a:ext cx="1219121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rgbClr val="0C0C0C">
                  <a:alpha val="84705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need to analyze key indicators for our pizza sales data to gain insights into our business performance. Specifically, we want to calculate the following metrics: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rgbClr val="B3C6E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Calibri"/>
              <a:buAutoNum type="arabicPeriod"/>
            </a:pPr>
            <a:r>
              <a:rPr b="1" i="0" lang="en-IN" sz="1800">
                <a:solidFill>
                  <a:srgbClr val="FFD9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Revenue: </a:t>
            </a: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total price of all pizza orders.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rgbClr val="FFD9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Order Value: </a:t>
            </a: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amount spent per order, calculated by dividing the total revenue by the total number of orders.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rgbClr val="FFD9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 </a:t>
            </a: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quantities of all pizzas sold.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rgbClr val="FFD9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Orders: </a:t>
            </a: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orders placed.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rgbClr val="FFD96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Pizzas Per Order: </a:t>
            </a: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number of pizzas sold per order, calculated by dividing the total number of pizzas sold by the total number of orders.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KPI’s REQUIREMENT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 amt="93000"/>
          </a:blip>
          <a:srcRect b="0" l="0" r="0" t="0"/>
          <a:stretch/>
        </p:blipFill>
        <p:spPr>
          <a:xfrm>
            <a:off x="-1" y="0"/>
            <a:ext cx="1219121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0" y="8626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4705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27804" y="1404834"/>
            <a:ext cx="11593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would like to visualize various aspects of our pizza sales data to gain insights and understand key trends. We have identified the following requirements for creating charts: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</a:t>
            </a:r>
            <a:r>
              <a:rPr b="1" i="0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Hourly Trend for Total Pizzas Sold: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stacked bar chart that displays the hourly trend of total orders over a specific time period. This chart will help us identify any patterns or fluctuations in order volumes on a hourly basis.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Weekly Trend for Total Orders: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line chart that illustrates the weekly trend of total orders throughout the year. This chart will allow us to identify peak weeks or periods of high order activity.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Percentage of Sales by Pizza Category: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 amt="93000"/>
          </a:blip>
          <a:srcRect b="0" l="0" r="0" t="0"/>
          <a:stretch/>
        </p:blipFill>
        <p:spPr>
          <a:xfrm>
            <a:off x="-1" y="0"/>
            <a:ext cx="1219121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rgbClr val="0C0C0C">
                  <a:alpha val="84705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327804" y="1404834"/>
            <a:ext cx="11593902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4.Percentage of Sales by Pizza Size: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Generate a pie chart that represents the percentage of sales attributed to different pizza sizes. This chart will help us understand customer preferences for pizza sizes and their impact on sales.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5.Total Pizzas Sold by Pizza Category: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funnel chart that presents the total number of pizzas sold for each pizza category. This chart will allow us to compare the sales performance of different pizza categories.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6.Top 5 Best Sellers by Revenue, Total Quantity and Total Orders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highlighting the top 5 best-selling pizzas based on the Revenue, Total Quantity, Total Orders. This chart will help us identify the most popular pizza options.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Bottom 5 Best Sellers by Revenue, Total Quantity and Total Orders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2023-06-12T11:11:52Z</dcterms:created>
  <dc:creator>Swapnajeet</dc:creator>
</cp:coreProperties>
</file>